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146304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600" b="1">
                <a:solidFill>
                  <a:srgbClr val="FFFFFF"/>
                </a:solidFill>
              </a:rPr>
              <a:t>One Connection,
Fully Automated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10698480" cy="201168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D7DEF0"/>
                </a:solidFill>
              </a:rPr>
              <a:t>How a customer order flows from signup to active service —
validated, billed, provisioned and confirmed in one traceable journey.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E40000"/>
                </a:solidFill>
              </a:rPr>
              <a:t>THE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0B1E4B"/>
                </a:solidFill>
              </a:rPr>
              <a:t>What the system does (in plain words)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A customer orders a mobile or broadband connection online.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59" y="228600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The system checks them, takes payment, reserves their number, switches it on, and texts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2044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If anything fails halfway, it undoes the half-done work automatically — no stuck customers.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352044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Every step is recorded, so any failure can be replayed and explained.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E40000"/>
                </a:solidFill>
              </a:rPr>
              <a:t>HOW IT FEELS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0B1E4B"/>
                </a:solidFill>
              </a:rPr>
              <a:t>The journey in four moments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1 · Order placed — cart, eligibility and payment in one smooth 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59" y="228600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2 · Fulfilled — stock reserved, service activated, SMS delivered.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2044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3 · If trouble — order parks safely with the exact reason attached.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352044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4 · Always visible — customer, agent and engineer see the same timeline.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E40000"/>
                </a:solidFill>
              </a:rPr>
              <a:t>THE AI ANGLE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0B1E4B"/>
                </a:solidFill>
              </a:rPr>
              <a:t>From incident ticket to answer in one click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Support pastes a ticket; the investigator traces it across systems by itself.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59" y="228600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It shows what broke, where, and the evidence — logs, records, timeline.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2044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It proposes the safe temporary fix and the permanent code fix for approval.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352044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Humans stay in charge: the AI recommends, people approve.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E40000"/>
                </a:solidFill>
              </a:rPr>
              <a:t>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0B1E4B"/>
                </a:solidFill>
              </a:rPr>
              <a:t>Why this matters to the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Faster resolution: minutes of tracing instead of hours across teams.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59" y="228600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Fewer repeat failures: every incident becomes a documented, replayable lesson.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2044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Safer changes: fixes are proposed with validation and rollback notes.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352044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Happier customers: no silent stuck orders, no duplicate messages, no bill shocks.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E40000"/>
                </a:solidFill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0B1E4B"/>
                </a:solidFill>
              </a:rPr>
              <a:t>Where it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Now: full order journey + AI investigation on live simulated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59" y="228600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Next: event-driven upgrades (Kafka) for scale and resilience.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2044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Then: one-command Docker deployment for demos anywhere.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3520440"/>
            <a:ext cx="539496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02020"/>
                </a:solidFill>
              </a:rPr>
              <a:t>Vision: the same investigator pattern watching real production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146304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10698480" cy="201168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D7DEF0"/>
                </a:solidFill>
              </a:rPr>
              <a:t>Telecom Order Provisioning System — built from scratch,
demoed end to end, investigated by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